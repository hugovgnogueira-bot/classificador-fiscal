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item é o menor bloco de construção do ERP. Tudo o que vem depois herda o que foi decidido no cadastro.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entre cadastro e transação: a transação erra uma vez, o cadastro erra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caminho completo para quem não conhece a rotina do ERP. O item aparece em todas 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numérico: 5.000 de uma vez contra 1.000 no ano (12 x 83). Diferença de 4.000 no lucro tributável, 34% = 1.360.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para a banca: a IA nao decide conta nem imobilizacao. Ela decide o subgrupo; o resto e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ITENS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12848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cadastro de itens decide o resultado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7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classificação correta de cada item é a base de tudo o que o ERP faz depois: comprar, receber, consumir, produzir, faturar e contabilizar.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005840" cy="27432"/>
          </a:xfrm>
          <a:prstGeom prst="rect">
            <a:avLst/>
          </a:prstGeom>
          <a:solidFill>
            <a:srgbClr val="C266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Nogueira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item é o menor bloco de construção do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02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Cadastrado uma vez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nasce em um cadastro só e passa a ser usado por compras, almoxarifado, produção, fiscal e contabilidade.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02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50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Usado em todo processo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movimento do sistema carrega um item: requisição, pedido, nota, consumo, ordem de produção, faturamento.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6596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02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50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se repete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cadastro errado não erra uma vez. Erra em cada transação que usar aquele item, por anos.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1F2933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6177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Cadastrar item não é tarefa de digitação. É a definição da regra contábil, fiscal e de custo que o sistema vai aplicar sozinho, milhares de vezes, sem perguntar de novo.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de um item dentro do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568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Solicitação de compra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163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requisitante escolhe o item. Se não acha, cria um novo na pressa.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73736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7016" y="192024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57016" y="19568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de compra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28163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traz unidade, fornecedor, centro de custo e conta de destino.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73736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92024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64224" y="19568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da nota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8163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NCM, CFOP esperado, tributação e crédito de ICMS, PIS e COFINS.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264" y="173736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1432" y="192024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432" y="19568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3591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Estoque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28163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 movimenta almoxarifado, em qual depósito e com que custo médio.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22192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005072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0416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443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Requisição e consumo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90118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conta de resultado e o centro de custo que recebe o gasto.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3822192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7016" y="4005072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57016" y="40416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57016" y="4443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de produção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57016" y="490118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no custo do produto como matéria-prima, insumo ou gasto geral.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3822192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4005072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64224" y="40416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43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Faturamento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90118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NCM, CFOP de saída, tributos sobre a venda e a conta de receita.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70264" y="3822192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71432" y="4005072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71432" y="40416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171432" y="4443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Contabilização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71432" y="490118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lançamento herda a conta que foi definida lá no cadastro.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978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Oito processos, um único cadastro. Tudo o que vem depois herda a decisão tomada no começo.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notebook de R$ 5.000, dois cadastros possíveis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item, mesma nota, mesma data. A única diferença é a classificação escolhida no cadastro.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3931920"/>
          </a:xfrm>
          <a:prstGeom prst="roundRect">
            <a:avLst>
              <a:gd name="adj" fmla="val 1395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B423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939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administrativa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99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R$ 5.000 no mês, de uma vez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02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602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não existe no balanço nem no inventário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206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 vedada acima de R$ 1.200 (art. 15, DL 1.598/77)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97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48097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R$ 1.360 de IRPJ e CSLL sujeitos a glosa no ano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1783080"/>
            <a:ext cx="5532120" cy="3931920"/>
          </a:xfrm>
          <a:prstGeom prst="roundRect">
            <a:avLst>
              <a:gd name="adj" fmla="val 1395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02996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1B7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20939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4871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Ativo imobilizado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999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R$ 83 por mês, ao longo de 60 meses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6027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602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controlado, depreciado e inventariado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4206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sobre imobilizado e CIAP preservados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8097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8097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Nenhuma. A regra está na taxonomia, não na memória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não aparece em nenhum relatório de cadastro. Aparece no EBITDA, no balanço e na malha fina.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erro de classificação não fica no cadastro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5376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8653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reconhecido no período errado. Margem de contribuição e EBITDA saem distorcidos.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98064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980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Patrimônio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980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que existe no chão de fábrica e não existe no balanço, ou o contrário.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30752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673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307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73075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tomado a mais ou a menos, divergência no SPED e retrabalho de apuração.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663440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70001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663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produto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6634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produtivo na conta errada muda o custo, o preço de venda e a decisão de fazer ou comprar.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5838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596128"/>
            <a:ext cx="329184" cy="329184"/>
          </a:xfrm>
          <a:prstGeom prst="ellipse">
            <a:avLst/>
          </a:prstGeom>
          <a:solidFill>
            <a:srgbClr val="C266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6327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5961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11880" y="559612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ABC, orçamento e indicadores construídos sobre uma base que não se sustenta.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ACUMULADO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parafuso, cadastrado cinco vezes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0" cy="3931920"/>
          </a:xfrm>
          <a:prstGeom prst="roundRect">
            <a:avLst>
              <a:gd name="adj" fmla="val 1395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aparece no sistema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PARAFUSO M8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PARAF. M8 X 30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 M8X30 ZINC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PARAFUSO SEXTAVADO M8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M8 30MM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66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cadastros, cinco históricos, cinco contas possíveis.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169164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837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fragmentado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148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consumo real fica dividido em cinco linhas e nenhuma mostra o total.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2843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sem escala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1546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negocia cinco vezes um volume pequeno, em vez de um volume grande.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370332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3849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Estoque e MRP divergentes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1605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material com saldo em outro código. O inventário nunca fecha.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7840" y="470916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4855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e IA sem base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166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projeto de dados herda o problema. Dado ruim não vira informação.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diferença que uma taxonomia definida faz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4069080"/>
          </a:xfrm>
          <a:prstGeom prst="roundRect">
            <a:avLst>
              <a:gd name="adj" fmla="val 134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933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B423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665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TAXONOMIA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" y="2619756"/>
            <a:ext cx="109728" cy="10972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2144" y="2578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cadastra do seu jeito, no seu entendimento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3241548"/>
            <a:ext cx="109728" cy="10972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2144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vive na cabeça de quem está há mais tempo na casa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863340"/>
            <a:ext cx="109728" cy="10972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52144" y="38221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contábil é escolhida por hábito ou por cópia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4485132"/>
            <a:ext cx="109728" cy="10972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52144" y="44439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diferentes classificam o mesmo item de formas diferentes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5106924"/>
            <a:ext cx="109728" cy="10972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52144" y="50657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aparece quando a auditoria ou o fisco encontra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1737360"/>
            <a:ext cx="5532120" cy="4069080"/>
          </a:xfrm>
          <a:prstGeom prst="roundRect">
            <a:avLst>
              <a:gd name="adj" fmla="val 134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39128" y="19933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B7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39128" y="20665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TAXONOMIA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75704" y="2619756"/>
            <a:ext cx="109728" cy="10972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0024" y="2578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define o caminho e todos seguem o mesmo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75704" y="3241548"/>
            <a:ext cx="109728" cy="10972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50024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está escrita no arquivo, não na memória de alguém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75704" y="3863340"/>
            <a:ext cx="109728" cy="10972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50024" y="38221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vem da combinação tipo, grupo, subgrupo e classe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75704" y="4485132"/>
            <a:ext cx="109728" cy="10972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50024" y="44439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classificação em todas as unidades, sem negociação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75704" y="5106924"/>
            <a:ext cx="109728" cy="109728"/>
          </a:xfrm>
          <a:prstGeom prst="ellipse">
            <a:avLst/>
          </a:prstGeom>
          <a:solidFill>
            <a:srgbClr val="1B7A5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50024" y="506577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conferência vira consulta, e roda antes do erro acontecer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níveis que terminam em uma conta contábil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F29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52928" y="1691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F29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52928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57216" y="1691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F29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57216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61504" y="1691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F29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61504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473184" y="173736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65792" y="16916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C266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65792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4505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primeiro nível, uma pergunta: é produto ou serviço? A natureza limita os tipos possíveis e evita que a máquina seja confundida com a manutenção da máquina.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11064240" cy="269748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compra de EPI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Uso e Consumo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natureza: Produto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Limpeza, Higiene e Segurança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EPI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itens com CA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Administrativo · Vendas · Estoque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conta final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classe, uma conta. A mesma estrutura serve para imobilizado, uso e consumo e serviços.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classificação termina e o ERP assume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751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classificação resolve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grupo, subgrupo e classe do item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9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contábil de destino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ou código de serviço da LC 116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entre imobilizar e lançar no resultado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estoque, quando a compra vai ao almoxarifado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53212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9751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continua sendo do ERP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resultado na baixa da requisição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889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custo e natureza de movimento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328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 entre ordens de produção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CFOP por tipo de operação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Parametrização contábil de cada documento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F2933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28523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Duplicar no cadastro uma regra que já existe no ERP cria duas verdades. Mais cedo ou mais tarde, elas divergem.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DESTINO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consistente é o primeiro degrau da automação fiscal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904488"/>
            <a:ext cx="1965960" cy="1325880"/>
          </a:xfrm>
          <a:prstGeom prst="roundRect">
            <a:avLst>
              <a:gd name="adj" fmla="val 4138"/>
            </a:avLst>
          </a:prstGeom>
          <a:solidFill>
            <a:srgbClr val="1F29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050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805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consistente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132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com tipo, classe, conta e NCM corretos desde o nascimento.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3502152"/>
            <a:ext cx="1965960" cy="1728216"/>
          </a:xfrm>
          <a:prstGeom prst="roundRect">
            <a:avLst>
              <a:gd name="adj" fmla="val 3175"/>
            </a:avLst>
          </a:prstGeom>
          <a:solidFill>
            <a:srgbClr val="1F29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3648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44805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operação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54132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documento, CFOP, natureza de operação e CST parametrizados.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3099816"/>
            <a:ext cx="1965960" cy="2130552"/>
          </a:xfrm>
          <a:prstGeom prst="roundRect">
            <a:avLst>
              <a:gd name="adj" fmla="val 2791"/>
            </a:avLst>
          </a:prstGeom>
          <a:solidFill>
            <a:srgbClr val="1F29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44805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automática da nota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54132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escrita fiscal lança sozinha o que chega, e a exceção vira exceção de verdade.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2697480"/>
            <a:ext cx="1965960" cy="2532888"/>
          </a:xfrm>
          <a:prstGeom prst="roundRect">
            <a:avLst>
              <a:gd name="adj" fmla="val 2791"/>
            </a:avLst>
          </a:prstGeom>
          <a:solidFill>
            <a:srgbClr val="1F29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2843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4805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na régua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4132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sai com a tributação certa na origem, sem correção depois.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9760" y="2295144"/>
            <a:ext cx="1965960" cy="2935224"/>
          </a:xfrm>
          <a:prstGeom prst="roundRect">
            <a:avLst>
              <a:gd name="adj" fmla="val 2791"/>
            </a:avLst>
          </a:prstGeom>
          <a:solidFill>
            <a:srgbClr val="1B7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4805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Contabilização automática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54132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já sabe em qual conta cai, porque o item sabe.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degrau só se sustenta se o anterior estiver firme. Automatizar a escrita fiscal sobre um cadastro sujo apenas acelera o erro.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classificador faz em cada cadastro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8528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1B7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INFORMA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140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ou serviço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item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 setor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621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da nota, se tiver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em estoque?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4256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unitário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828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em PDF (opcional)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938528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1F29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PROCESSA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4140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os tipos pela natureza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itens que você já aprovou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taxonomia e as regras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621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o NCM informado, ou busca dentro do capítulo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classe, conta e imobilização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1938528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C266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94192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24140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grupo, subgrupo e classe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contábil com descrição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ou código de serviço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3621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imobilização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que precisa conferir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59612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entra na base de conhecimento sem aprovação humana. O sistema sugere, você decide, e a base só guarda o que foi validado.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regra e o que é o modelo decide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campos saíram das mãos do modelo. Eles não são palpite: decorrem do que você informou e da estrutura que a empresa definiu.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2996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1B7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103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 mesmo resultado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560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responde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035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estoque, ou o setor informado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3511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Imobilizar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511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decorre de a classe ser Ativo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3986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contábil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9867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 taxonomia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4462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 da nota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4622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conferido, nunca recalculado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1783080"/>
            <a:ext cx="553212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39128" y="202996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C266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39128" y="2103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exige interpretação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560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família o item pertence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57416" y="3035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035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família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757416" y="3511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511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que define a conta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757416" y="3986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39867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quando você não informa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757416" y="4462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Cód. serviço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4622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subitem da LC 116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F2933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5440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o tipo de item, o grupo, o subgrupo e o setor, a conta é sempre a mesma, com ou sem IA. É isso que torna o cadastro auditável em vez de opinião.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EXEMPLO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que acompanha 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2082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25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2082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25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02082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825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953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00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953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446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700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no plano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38953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700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órfãs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taxonomia de exemplo cobre imobilizado, uso e consumo e serviços. Matéria-prima, insumos e produto acabado variam demais entre empresas e entram pela mesma estrutura, quando cada uma adotar.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2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bem feito não é burocracia.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base do resultado.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2A3844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13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atravessa todos os processos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537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solicitação de compra até a contabilização, tudo herda o cadastro.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2A3844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3913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aparece no resultado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45537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no cadastro. Aparece na margem, no balanço e na apuração.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365760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2A3844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3913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taxonomia tira a regra da memória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5537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uma vez, aplicada sempre, conferida antes do erro.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Fiscal Inteligente  ·  Hugo Nogueira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Cadastro de Itens: por que classificar bem decide o resultado</dc:title>
  <dc:subject>PptxGenJS Presentation</dc:subject>
  <dc:creator>Hugo Nogueira</dc:creator>
  <cp:lastModifiedBy>Hugo Nogueira</cp:lastModifiedBy>
  <cp:revision>1</cp:revision>
  <dcterms:created xsi:type="dcterms:W3CDTF">2026-09-25T01:30:12Z</dcterms:created>
  <dcterms:modified xsi:type="dcterms:W3CDTF">2026-09-25T01:30:12Z</dcterms:modified>
</cp:coreProperties>
</file>